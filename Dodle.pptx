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8288000" cy="10287000"/>
  <p:notesSz cx="6858000" cy="9144000"/>
  <p:embeddedFontLst>
    <p:embeddedFont>
      <p:font typeface="Open Sauce" panose="020B0604020202020204" charset="0"/>
      <p:regular r:id="rId11"/>
    </p:embeddedFont>
    <p:embeddedFont>
      <p:font typeface="Open Sauce Bold" panose="020B0604020202020204" charset="0"/>
      <p:regular r:id="rId12"/>
    </p:embeddedFont>
    <p:embeddedFont>
      <p:font typeface="Poppi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26315" y="-484476"/>
            <a:ext cx="2540086" cy="2325237"/>
          </a:xfrm>
          <a:custGeom>
            <a:avLst/>
            <a:gdLst/>
            <a:ahLst/>
            <a:cxnLst/>
            <a:rect l="l" t="t" r="r" b="b"/>
            <a:pathLst>
              <a:path w="2540086" h="2325237">
                <a:moveTo>
                  <a:pt x="0" y="0"/>
                </a:moveTo>
                <a:lnTo>
                  <a:pt x="2540086" y="0"/>
                </a:lnTo>
                <a:lnTo>
                  <a:pt x="2540086" y="2325238"/>
                </a:lnTo>
                <a:lnTo>
                  <a:pt x="0" y="232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26817" y="0"/>
            <a:ext cx="2007679" cy="4114800"/>
          </a:xfrm>
          <a:custGeom>
            <a:avLst/>
            <a:gdLst/>
            <a:ahLst/>
            <a:cxnLst/>
            <a:rect l="l" t="t" r="r" b="b"/>
            <a:pathLst>
              <a:path w="2007679" h="4114800">
                <a:moveTo>
                  <a:pt x="0" y="0"/>
                </a:moveTo>
                <a:lnTo>
                  <a:pt x="2007679" y="0"/>
                </a:lnTo>
                <a:lnTo>
                  <a:pt x="20076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 flipH="1">
            <a:off x="15392518" y="6686266"/>
            <a:ext cx="2007680" cy="4114800"/>
          </a:xfrm>
          <a:custGeom>
            <a:avLst/>
            <a:gdLst/>
            <a:ahLst/>
            <a:cxnLst/>
            <a:rect l="l" t="t" r="r" b="b"/>
            <a:pathLst>
              <a:path w="2007680" h="4114800">
                <a:moveTo>
                  <a:pt x="2007679" y="0"/>
                </a:moveTo>
                <a:lnTo>
                  <a:pt x="0" y="0"/>
                </a:lnTo>
                <a:lnTo>
                  <a:pt x="0" y="4114800"/>
                </a:lnTo>
                <a:lnTo>
                  <a:pt x="2007679" y="4114800"/>
                </a:lnTo>
                <a:lnTo>
                  <a:pt x="200767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32782" y="8743666"/>
            <a:ext cx="2463900" cy="2255496"/>
          </a:xfrm>
          <a:custGeom>
            <a:avLst/>
            <a:gdLst/>
            <a:ahLst/>
            <a:cxnLst/>
            <a:rect l="l" t="t" r="r" b="b"/>
            <a:pathLst>
              <a:path w="2463900" h="2255496">
                <a:moveTo>
                  <a:pt x="0" y="0"/>
                </a:moveTo>
                <a:lnTo>
                  <a:pt x="2463900" y="0"/>
                </a:lnTo>
                <a:lnTo>
                  <a:pt x="2463900" y="2255495"/>
                </a:lnTo>
                <a:lnTo>
                  <a:pt x="0" y="2255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031882" y="4518526"/>
            <a:ext cx="1059907" cy="10599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B8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4039" y="4377373"/>
            <a:ext cx="8899703" cy="126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99"/>
              </a:lnSpc>
            </a:pPr>
            <a:r>
              <a:rPr lang="en-US" sz="8999" b="1" spc="-8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Dodle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83782" y="3890327"/>
            <a:ext cx="352043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 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0"/>
            <a:ext cx="3043038" cy="2785648"/>
          </a:xfrm>
          <a:custGeom>
            <a:avLst/>
            <a:gdLst/>
            <a:ahLst/>
            <a:cxnLst/>
            <a:rect l="l" t="t" r="r" b="b"/>
            <a:pathLst>
              <a:path w="3043038" h="2785648">
                <a:moveTo>
                  <a:pt x="0" y="0"/>
                </a:moveTo>
                <a:lnTo>
                  <a:pt x="3043038" y="0"/>
                </a:lnTo>
                <a:lnTo>
                  <a:pt x="3043038" y="2785648"/>
                </a:lnTo>
                <a:lnTo>
                  <a:pt x="0" y="2785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-583122" y="3281805"/>
            <a:ext cx="1843418" cy="3778141"/>
          </a:xfrm>
          <a:custGeom>
            <a:avLst/>
            <a:gdLst/>
            <a:ahLst/>
            <a:cxnLst/>
            <a:rect l="l" t="t" r="r" b="b"/>
            <a:pathLst>
              <a:path w="1843418" h="3778141">
                <a:moveTo>
                  <a:pt x="0" y="3778141"/>
                </a:moveTo>
                <a:lnTo>
                  <a:pt x="1843418" y="3778141"/>
                </a:lnTo>
                <a:lnTo>
                  <a:pt x="1843418" y="0"/>
                </a:lnTo>
                <a:lnTo>
                  <a:pt x="0" y="0"/>
                </a:lnTo>
                <a:lnTo>
                  <a:pt x="0" y="377814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988552" y="9298304"/>
            <a:ext cx="3129993" cy="2865247"/>
          </a:xfrm>
          <a:custGeom>
            <a:avLst/>
            <a:gdLst/>
            <a:ahLst/>
            <a:cxnLst/>
            <a:rect l="l" t="t" r="r" b="b"/>
            <a:pathLst>
              <a:path w="3129993" h="2865247">
                <a:moveTo>
                  <a:pt x="0" y="0"/>
                </a:moveTo>
                <a:lnTo>
                  <a:pt x="3129993" y="0"/>
                </a:lnTo>
                <a:lnTo>
                  <a:pt x="3129993" y="2865247"/>
                </a:lnTo>
                <a:lnTo>
                  <a:pt x="0" y="2865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8070278" y="1625546"/>
            <a:ext cx="2130283" cy="1131073"/>
            <a:chOff x="0" y="0"/>
            <a:chExt cx="658713" cy="349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8713" cy="349743"/>
            </a:xfrm>
            <a:custGeom>
              <a:avLst/>
              <a:gdLst/>
              <a:ahLst/>
              <a:cxnLst/>
              <a:rect l="l" t="t" r="r" b="b"/>
              <a:pathLst>
                <a:path w="658713" h="349743">
                  <a:moveTo>
                    <a:pt x="174872" y="0"/>
                  </a:moveTo>
                  <a:lnTo>
                    <a:pt x="483841" y="0"/>
                  </a:lnTo>
                  <a:cubicBezTo>
                    <a:pt x="530220" y="0"/>
                    <a:pt x="574699" y="18424"/>
                    <a:pt x="607494" y="51219"/>
                  </a:cubicBezTo>
                  <a:cubicBezTo>
                    <a:pt x="640289" y="84014"/>
                    <a:pt x="658713" y="128493"/>
                    <a:pt x="658713" y="174872"/>
                  </a:cubicBezTo>
                  <a:lnTo>
                    <a:pt x="658713" y="174872"/>
                  </a:lnTo>
                  <a:cubicBezTo>
                    <a:pt x="658713" y="221250"/>
                    <a:pt x="640289" y="265730"/>
                    <a:pt x="607494" y="298525"/>
                  </a:cubicBezTo>
                  <a:cubicBezTo>
                    <a:pt x="574699" y="331319"/>
                    <a:pt x="530220" y="349743"/>
                    <a:pt x="483841" y="349743"/>
                  </a:cubicBezTo>
                  <a:lnTo>
                    <a:pt x="174872" y="349743"/>
                  </a:lnTo>
                  <a:cubicBezTo>
                    <a:pt x="128493" y="349743"/>
                    <a:pt x="84014" y="331319"/>
                    <a:pt x="51219" y="298525"/>
                  </a:cubicBezTo>
                  <a:cubicBezTo>
                    <a:pt x="18424" y="265730"/>
                    <a:pt x="0" y="221250"/>
                    <a:pt x="0" y="174872"/>
                  </a:cubicBezTo>
                  <a:lnTo>
                    <a:pt x="0" y="174872"/>
                  </a:lnTo>
                  <a:cubicBezTo>
                    <a:pt x="0" y="128493"/>
                    <a:pt x="18424" y="84014"/>
                    <a:pt x="51219" y="51219"/>
                  </a:cubicBezTo>
                  <a:cubicBezTo>
                    <a:pt x="84014" y="18424"/>
                    <a:pt x="128493" y="0"/>
                    <a:pt x="174872" y="0"/>
                  </a:cubicBezTo>
                  <a:close/>
                </a:path>
              </a:pathLst>
            </a:custGeom>
            <a:solidFill>
              <a:srgbClr val="BCB2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58713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77102" y="1794241"/>
            <a:ext cx="1316634" cy="61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9"/>
              </a:lnSpc>
            </a:pPr>
            <a:r>
              <a:rPr lang="en-US" sz="340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279177" y="3042680"/>
            <a:ext cx="2130283" cy="1131073"/>
            <a:chOff x="0" y="0"/>
            <a:chExt cx="658713" cy="3497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8713" cy="349743"/>
            </a:xfrm>
            <a:custGeom>
              <a:avLst/>
              <a:gdLst/>
              <a:ahLst/>
              <a:cxnLst/>
              <a:rect l="l" t="t" r="r" b="b"/>
              <a:pathLst>
                <a:path w="658713" h="349743">
                  <a:moveTo>
                    <a:pt x="174872" y="0"/>
                  </a:moveTo>
                  <a:lnTo>
                    <a:pt x="483841" y="0"/>
                  </a:lnTo>
                  <a:cubicBezTo>
                    <a:pt x="530220" y="0"/>
                    <a:pt x="574699" y="18424"/>
                    <a:pt x="607494" y="51219"/>
                  </a:cubicBezTo>
                  <a:cubicBezTo>
                    <a:pt x="640289" y="84014"/>
                    <a:pt x="658713" y="128493"/>
                    <a:pt x="658713" y="174872"/>
                  </a:cubicBezTo>
                  <a:lnTo>
                    <a:pt x="658713" y="174872"/>
                  </a:lnTo>
                  <a:cubicBezTo>
                    <a:pt x="658713" y="221250"/>
                    <a:pt x="640289" y="265730"/>
                    <a:pt x="607494" y="298525"/>
                  </a:cubicBezTo>
                  <a:cubicBezTo>
                    <a:pt x="574699" y="331319"/>
                    <a:pt x="530220" y="349743"/>
                    <a:pt x="483841" y="349743"/>
                  </a:cubicBezTo>
                  <a:lnTo>
                    <a:pt x="174872" y="349743"/>
                  </a:lnTo>
                  <a:cubicBezTo>
                    <a:pt x="128493" y="349743"/>
                    <a:pt x="84014" y="331319"/>
                    <a:pt x="51219" y="298525"/>
                  </a:cubicBezTo>
                  <a:cubicBezTo>
                    <a:pt x="18424" y="265730"/>
                    <a:pt x="0" y="221250"/>
                    <a:pt x="0" y="174872"/>
                  </a:cubicBezTo>
                  <a:lnTo>
                    <a:pt x="0" y="174872"/>
                  </a:lnTo>
                  <a:cubicBezTo>
                    <a:pt x="0" y="128493"/>
                    <a:pt x="18424" y="84014"/>
                    <a:pt x="51219" y="51219"/>
                  </a:cubicBezTo>
                  <a:cubicBezTo>
                    <a:pt x="84014" y="18424"/>
                    <a:pt x="128493" y="0"/>
                    <a:pt x="174872" y="0"/>
                  </a:cubicBezTo>
                  <a:close/>
                </a:path>
              </a:pathLst>
            </a:custGeom>
            <a:solidFill>
              <a:srgbClr val="BCB2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658713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70278" y="3042680"/>
            <a:ext cx="2130283" cy="1131073"/>
            <a:chOff x="0" y="0"/>
            <a:chExt cx="658713" cy="3497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58713" cy="349743"/>
            </a:xfrm>
            <a:custGeom>
              <a:avLst/>
              <a:gdLst/>
              <a:ahLst/>
              <a:cxnLst/>
              <a:rect l="l" t="t" r="r" b="b"/>
              <a:pathLst>
                <a:path w="658713" h="349743">
                  <a:moveTo>
                    <a:pt x="174872" y="0"/>
                  </a:moveTo>
                  <a:lnTo>
                    <a:pt x="483841" y="0"/>
                  </a:lnTo>
                  <a:cubicBezTo>
                    <a:pt x="530220" y="0"/>
                    <a:pt x="574699" y="18424"/>
                    <a:pt x="607494" y="51219"/>
                  </a:cubicBezTo>
                  <a:cubicBezTo>
                    <a:pt x="640289" y="84014"/>
                    <a:pt x="658713" y="128493"/>
                    <a:pt x="658713" y="174872"/>
                  </a:cubicBezTo>
                  <a:lnTo>
                    <a:pt x="658713" y="174872"/>
                  </a:lnTo>
                  <a:cubicBezTo>
                    <a:pt x="658713" y="221250"/>
                    <a:pt x="640289" y="265730"/>
                    <a:pt x="607494" y="298525"/>
                  </a:cubicBezTo>
                  <a:cubicBezTo>
                    <a:pt x="574699" y="331319"/>
                    <a:pt x="530220" y="349743"/>
                    <a:pt x="483841" y="349743"/>
                  </a:cubicBezTo>
                  <a:lnTo>
                    <a:pt x="174872" y="349743"/>
                  </a:lnTo>
                  <a:cubicBezTo>
                    <a:pt x="128493" y="349743"/>
                    <a:pt x="84014" y="331319"/>
                    <a:pt x="51219" y="298525"/>
                  </a:cubicBezTo>
                  <a:cubicBezTo>
                    <a:pt x="18424" y="265730"/>
                    <a:pt x="0" y="221250"/>
                    <a:pt x="0" y="174872"/>
                  </a:cubicBezTo>
                  <a:lnTo>
                    <a:pt x="0" y="174872"/>
                  </a:lnTo>
                  <a:cubicBezTo>
                    <a:pt x="0" y="128493"/>
                    <a:pt x="18424" y="84014"/>
                    <a:pt x="51219" y="51219"/>
                  </a:cubicBezTo>
                  <a:cubicBezTo>
                    <a:pt x="84014" y="18424"/>
                    <a:pt x="128493" y="0"/>
                    <a:pt x="174872" y="0"/>
                  </a:cubicBezTo>
                  <a:close/>
                </a:path>
              </a:pathLst>
            </a:custGeom>
            <a:solidFill>
              <a:srgbClr val="BCB2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658713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207086" y="3042680"/>
            <a:ext cx="2130283" cy="1131073"/>
            <a:chOff x="0" y="0"/>
            <a:chExt cx="658713" cy="349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58713" cy="349743"/>
            </a:xfrm>
            <a:custGeom>
              <a:avLst/>
              <a:gdLst/>
              <a:ahLst/>
              <a:cxnLst/>
              <a:rect l="l" t="t" r="r" b="b"/>
              <a:pathLst>
                <a:path w="658713" h="349743">
                  <a:moveTo>
                    <a:pt x="174872" y="0"/>
                  </a:moveTo>
                  <a:lnTo>
                    <a:pt x="483841" y="0"/>
                  </a:lnTo>
                  <a:cubicBezTo>
                    <a:pt x="530220" y="0"/>
                    <a:pt x="574699" y="18424"/>
                    <a:pt x="607494" y="51219"/>
                  </a:cubicBezTo>
                  <a:cubicBezTo>
                    <a:pt x="640289" y="84014"/>
                    <a:pt x="658713" y="128493"/>
                    <a:pt x="658713" y="174872"/>
                  </a:cubicBezTo>
                  <a:lnTo>
                    <a:pt x="658713" y="174872"/>
                  </a:lnTo>
                  <a:cubicBezTo>
                    <a:pt x="658713" y="221250"/>
                    <a:pt x="640289" y="265730"/>
                    <a:pt x="607494" y="298525"/>
                  </a:cubicBezTo>
                  <a:cubicBezTo>
                    <a:pt x="574699" y="331319"/>
                    <a:pt x="530220" y="349743"/>
                    <a:pt x="483841" y="349743"/>
                  </a:cubicBezTo>
                  <a:lnTo>
                    <a:pt x="174872" y="349743"/>
                  </a:lnTo>
                  <a:cubicBezTo>
                    <a:pt x="128493" y="349743"/>
                    <a:pt x="84014" y="331319"/>
                    <a:pt x="51219" y="298525"/>
                  </a:cubicBezTo>
                  <a:cubicBezTo>
                    <a:pt x="18424" y="265730"/>
                    <a:pt x="0" y="221250"/>
                    <a:pt x="0" y="174872"/>
                  </a:cubicBezTo>
                  <a:lnTo>
                    <a:pt x="0" y="174872"/>
                  </a:lnTo>
                  <a:cubicBezTo>
                    <a:pt x="0" y="128493"/>
                    <a:pt x="18424" y="84014"/>
                    <a:pt x="51219" y="51219"/>
                  </a:cubicBezTo>
                  <a:cubicBezTo>
                    <a:pt x="84014" y="18424"/>
                    <a:pt x="128493" y="0"/>
                    <a:pt x="174872" y="0"/>
                  </a:cubicBezTo>
                  <a:close/>
                </a:path>
              </a:pathLst>
            </a:custGeom>
            <a:solidFill>
              <a:srgbClr val="BCB2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658713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684019" y="5020423"/>
            <a:ext cx="2364456" cy="1131073"/>
            <a:chOff x="0" y="0"/>
            <a:chExt cx="731122" cy="3497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1122" cy="349743"/>
            </a:xfrm>
            <a:custGeom>
              <a:avLst/>
              <a:gdLst/>
              <a:ahLst/>
              <a:cxnLst/>
              <a:rect l="l" t="t" r="r" b="b"/>
              <a:pathLst>
                <a:path w="731122" h="349743">
                  <a:moveTo>
                    <a:pt x="166989" y="0"/>
                  </a:moveTo>
                  <a:lnTo>
                    <a:pt x="564133" y="0"/>
                  </a:lnTo>
                  <a:cubicBezTo>
                    <a:pt x="608421" y="0"/>
                    <a:pt x="650896" y="17593"/>
                    <a:pt x="682212" y="48910"/>
                  </a:cubicBezTo>
                  <a:cubicBezTo>
                    <a:pt x="713529" y="80226"/>
                    <a:pt x="731122" y="122701"/>
                    <a:pt x="731122" y="166989"/>
                  </a:cubicBezTo>
                  <a:lnTo>
                    <a:pt x="731122" y="182754"/>
                  </a:lnTo>
                  <a:cubicBezTo>
                    <a:pt x="731122" y="227043"/>
                    <a:pt x="713529" y="269517"/>
                    <a:pt x="682212" y="300833"/>
                  </a:cubicBezTo>
                  <a:cubicBezTo>
                    <a:pt x="650896" y="332150"/>
                    <a:pt x="608421" y="349743"/>
                    <a:pt x="564133" y="349743"/>
                  </a:cubicBezTo>
                  <a:lnTo>
                    <a:pt x="166989" y="349743"/>
                  </a:lnTo>
                  <a:cubicBezTo>
                    <a:pt x="122701" y="349743"/>
                    <a:pt x="80226" y="332150"/>
                    <a:pt x="48910" y="300833"/>
                  </a:cubicBezTo>
                  <a:cubicBezTo>
                    <a:pt x="17593" y="269517"/>
                    <a:pt x="0" y="227043"/>
                    <a:pt x="0" y="182754"/>
                  </a:cubicBezTo>
                  <a:lnTo>
                    <a:pt x="0" y="166989"/>
                  </a:lnTo>
                  <a:cubicBezTo>
                    <a:pt x="0" y="122701"/>
                    <a:pt x="17593" y="80226"/>
                    <a:pt x="48910" y="48910"/>
                  </a:cubicBezTo>
                  <a:cubicBezTo>
                    <a:pt x="80226" y="17593"/>
                    <a:pt x="122701" y="0"/>
                    <a:pt x="166989" y="0"/>
                  </a:cubicBezTo>
                  <a:close/>
                </a:path>
              </a:pathLst>
            </a:custGeom>
            <a:solidFill>
              <a:srgbClr val="BCB2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731122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47365" y="6743743"/>
            <a:ext cx="3142215" cy="1131073"/>
            <a:chOff x="0" y="0"/>
            <a:chExt cx="971616" cy="3497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1616" cy="349743"/>
            </a:xfrm>
            <a:custGeom>
              <a:avLst/>
              <a:gdLst/>
              <a:ahLst/>
              <a:cxnLst/>
              <a:rect l="l" t="t" r="r" b="b"/>
              <a:pathLst>
                <a:path w="971616" h="349743">
                  <a:moveTo>
                    <a:pt x="125656" y="0"/>
                  </a:moveTo>
                  <a:lnTo>
                    <a:pt x="845960" y="0"/>
                  </a:lnTo>
                  <a:cubicBezTo>
                    <a:pt x="879286" y="0"/>
                    <a:pt x="911247" y="13239"/>
                    <a:pt x="934812" y="36804"/>
                  </a:cubicBezTo>
                  <a:cubicBezTo>
                    <a:pt x="958377" y="60369"/>
                    <a:pt x="971616" y="92330"/>
                    <a:pt x="971616" y="125656"/>
                  </a:cubicBezTo>
                  <a:lnTo>
                    <a:pt x="971616" y="224087"/>
                  </a:lnTo>
                  <a:cubicBezTo>
                    <a:pt x="971616" y="257413"/>
                    <a:pt x="958377" y="289374"/>
                    <a:pt x="934812" y="312940"/>
                  </a:cubicBezTo>
                  <a:cubicBezTo>
                    <a:pt x="911247" y="336505"/>
                    <a:pt x="879286" y="349743"/>
                    <a:pt x="845960" y="349743"/>
                  </a:cubicBezTo>
                  <a:lnTo>
                    <a:pt x="125656" y="349743"/>
                  </a:lnTo>
                  <a:cubicBezTo>
                    <a:pt x="92330" y="349743"/>
                    <a:pt x="60369" y="336505"/>
                    <a:pt x="36804" y="312940"/>
                  </a:cubicBezTo>
                  <a:cubicBezTo>
                    <a:pt x="13239" y="289374"/>
                    <a:pt x="0" y="257413"/>
                    <a:pt x="0" y="224087"/>
                  </a:cubicBezTo>
                  <a:lnTo>
                    <a:pt x="0" y="125656"/>
                  </a:lnTo>
                  <a:cubicBezTo>
                    <a:pt x="0" y="92330"/>
                    <a:pt x="13239" y="60369"/>
                    <a:pt x="36804" y="36804"/>
                  </a:cubicBezTo>
                  <a:cubicBezTo>
                    <a:pt x="60369" y="13239"/>
                    <a:pt x="92330" y="0"/>
                    <a:pt x="125656" y="0"/>
                  </a:cubicBezTo>
                  <a:close/>
                </a:path>
              </a:pathLst>
            </a:custGeom>
            <a:solidFill>
              <a:srgbClr val="FCCA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971616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640164" y="3246531"/>
            <a:ext cx="1408311" cy="61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9"/>
              </a:lnSpc>
            </a:pPr>
            <a:r>
              <a:rPr lang="en-US" sz="340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Profile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76755" y="3246531"/>
            <a:ext cx="1517329" cy="61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9"/>
              </a:lnSpc>
            </a:pPr>
            <a:r>
              <a:rPr lang="en-US" sz="340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66169" y="3246531"/>
            <a:ext cx="1238749" cy="61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9"/>
              </a:lnSpc>
            </a:pPr>
            <a:r>
              <a:rPr lang="en-US" sz="340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27316" y="5307537"/>
            <a:ext cx="3677861" cy="42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238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Group poll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405201" y="5020423"/>
            <a:ext cx="2364456" cy="1131073"/>
            <a:chOff x="0" y="0"/>
            <a:chExt cx="731122" cy="34974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122" cy="349743"/>
            </a:xfrm>
            <a:custGeom>
              <a:avLst/>
              <a:gdLst/>
              <a:ahLst/>
              <a:cxnLst/>
              <a:rect l="l" t="t" r="r" b="b"/>
              <a:pathLst>
                <a:path w="731122" h="349743">
                  <a:moveTo>
                    <a:pt x="166989" y="0"/>
                  </a:moveTo>
                  <a:lnTo>
                    <a:pt x="564133" y="0"/>
                  </a:lnTo>
                  <a:cubicBezTo>
                    <a:pt x="608421" y="0"/>
                    <a:pt x="650896" y="17593"/>
                    <a:pt x="682212" y="48910"/>
                  </a:cubicBezTo>
                  <a:cubicBezTo>
                    <a:pt x="713529" y="80226"/>
                    <a:pt x="731122" y="122701"/>
                    <a:pt x="731122" y="166989"/>
                  </a:cubicBezTo>
                  <a:lnTo>
                    <a:pt x="731122" y="182754"/>
                  </a:lnTo>
                  <a:cubicBezTo>
                    <a:pt x="731122" y="227043"/>
                    <a:pt x="713529" y="269517"/>
                    <a:pt x="682212" y="300833"/>
                  </a:cubicBezTo>
                  <a:cubicBezTo>
                    <a:pt x="650896" y="332150"/>
                    <a:pt x="608421" y="349743"/>
                    <a:pt x="564133" y="349743"/>
                  </a:cubicBezTo>
                  <a:lnTo>
                    <a:pt x="166989" y="349743"/>
                  </a:lnTo>
                  <a:cubicBezTo>
                    <a:pt x="122701" y="349743"/>
                    <a:pt x="80226" y="332150"/>
                    <a:pt x="48910" y="300833"/>
                  </a:cubicBezTo>
                  <a:cubicBezTo>
                    <a:pt x="17593" y="269517"/>
                    <a:pt x="0" y="227043"/>
                    <a:pt x="0" y="182754"/>
                  </a:cubicBezTo>
                  <a:lnTo>
                    <a:pt x="0" y="166989"/>
                  </a:lnTo>
                  <a:cubicBezTo>
                    <a:pt x="0" y="122701"/>
                    <a:pt x="17593" y="80226"/>
                    <a:pt x="48910" y="48910"/>
                  </a:cubicBezTo>
                  <a:cubicBezTo>
                    <a:pt x="80226" y="17593"/>
                    <a:pt x="122701" y="0"/>
                    <a:pt x="166989" y="0"/>
                  </a:cubicBezTo>
                  <a:close/>
                </a:path>
              </a:pathLst>
            </a:custGeom>
            <a:solidFill>
              <a:srgbClr val="BCB2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731122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748498" y="5307537"/>
            <a:ext cx="3677861" cy="42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238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Sign-up sheet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085735" y="4989323"/>
            <a:ext cx="2364456" cy="1131073"/>
            <a:chOff x="0" y="0"/>
            <a:chExt cx="731122" cy="3497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31122" cy="349743"/>
            </a:xfrm>
            <a:custGeom>
              <a:avLst/>
              <a:gdLst/>
              <a:ahLst/>
              <a:cxnLst/>
              <a:rect l="l" t="t" r="r" b="b"/>
              <a:pathLst>
                <a:path w="731122" h="349743">
                  <a:moveTo>
                    <a:pt x="166989" y="0"/>
                  </a:moveTo>
                  <a:lnTo>
                    <a:pt x="564133" y="0"/>
                  </a:lnTo>
                  <a:cubicBezTo>
                    <a:pt x="608421" y="0"/>
                    <a:pt x="650896" y="17593"/>
                    <a:pt x="682212" y="48910"/>
                  </a:cubicBezTo>
                  <a:cubicBezTo>
                    <a:pt x="713529" y="80226"/>
                    <a:pt x="731122" y="122701"/>
                    <a:pt x="731122" y="166989"/>
                  </a:cubicBezTo>
                  <a:lnTo>
                    <a:pt x="731122" y="182754"/>
                  </a:lnTo>
                  <a:cubicBezTo>
                    <a:pt x="731122" y="227043"/>
                    <a:pt x="713529" y="269517"/>
                    <a:pt x="682212" y="300833"/>
                  </a:cubicBezTo>
                  <a:cubicBezTo>
                    <a:pt x="650896" y="332150"/>
                    <a:pt x="608421" y="349743"/>
                    <a:pt x="564133" y="349743"/>
                  </a:cubicBezTo>
                  <a:lnTo>
                    <a:pt x="166989" y="349743"/>
                  </a:lnTo>
                  <a:cubicBezTo>
                    <a:pt x="122701" y="349743"/>
                    <a:pt x="80226" y="332150"/>
                    <a:pt x="48910" y="300833"/>
                  </a:cubicBezTo>
                  <a:cubicBezTo>
                    <a:pt x="17593" y="269517"/>
                    <a:pt x="0" y="227043"/>
                    <a:pt x="0" y="182754"/>
                  </a:cubicBezTo>
                  <a:lnTo>
                    <a:pt x="0" y="166989"/>
                  </a:lnTo>
                  <a:cubicBezTo>
                    <a:pt x="0" y="122701"/>
                    <a:pt x="17593" y="80226"/>
                    <a:pt x="48910" y="48910"/>
                  </a:cubicBezTo>
                  <a:cubicBezTo>
                    <a:pt x="80226" y="17593"/>
                    <a:pt x="122701" y="0"/>
                    <a:pt x="166989" y="0"/>
                  </a:cubicBezTo>
                  <a:close/>
                </a:path>
              </a:pathLst>
            </a:custGeom>
            <a:solidFill>
              <a:srgbClr val="BCB2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731122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471122" y="4989323"/>
            <a:ext cx="2364456" cy="1131073"/>
            <a:chOff x="0" y="0"/>
            <a:chExt cx="731122" cy="34974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1122" cy="349743"/>
            </a:xfrm>
            <a:custGeom>
              <a:avLst/>
              <a:gdLst/>
              <a:ahLst/>
              <a:cxnLst/>
              <a:rect l="l" t="t" r="r" b="b"/>
              <a:pathLst>
                <a:path w="731122" h="349743">
                  <a:moveTo>
                    <a:pt x="166989" y="0"/>
                  </a:moveTo>
                  <a:lnTo>
                    <a:pt x="564133" y="0"/>
                  </a:lnTo>
                  <a:cubicBezTo>
                    <a:pt x="608421" y="0"/>
                    <a:pt x="650896" y="17593"/>
                    <a:pt x="682212" y="48910"/>
                  </a:cubicBezTo>
                  <a:cubicBezTo>
                    <a:pt x="713529" y="80226"/>
                    <a:pt x="731122" y="122701"/>
                    <a:pt x="731122" y="166989"/>
                  </a:cubicBezTo>
                  <a:lnTo>
                    <a:pt x="731122" y="182754"/>
                  </a:lnTo>
                  <a:cubicBezTo>
                    <a:pt x="731122" y="227043"/>
                    <a:pt x="713529" y="269517"/>
                    <a:pt x="682212" y="300833"/>
                  </a:cubicBezTo>
                  <a:cubicBezTo>
                    <a:pt x="650896" y="332150"/>
                    <a:pt x="608421" y="349743"/>
                    <a:pt x="564133" y="349743"/>
                  </a:cubicBezTo>
                  <a:lnTo>
                    <a:pt x="166989" y="349743"/>
                  </a:lnTo>
                  <a:cubicBezTo>
                    <a:pt x="122701" y="349743"/>
                    <a:pt x="80226" y="332150"/>
                    <a:pt x="48910" y="300833"/>
                  </a:cubicBezTo>
                  <a:cubicBezTo>
                    <a:pt x="17593" y="269517"/>
                    <a:pt x="0" y="227043"/>
                    <a:pt x="0" y="182754"/>
                  </a:cubicBezTo>
                  <a:lnTo>
                    <a:pt x="0" y="166989"/>
                  </a:lnTo>
                  <a:cubicBezTo>
                    <a:pt x="0" y="122701"/>
                    <a:pt x="17593" y="80226"/>
                    <a:pt x="48910" y="48910"/>
                  </a:cubicBezTo>
                  <a:cubicBezTo>
                    <a:pt x="80226" y="17593"/>
                    <a:pt x="122701" y="0"/>
                    <a:pt x="166989" y="0"/>
                  </a:cubicBezTo>
                  <a:close/>
                </a:path>
              </a:pathLst>
            </a:custGeom>
            <a:solidFill>
              <a:srgbClr val="BCB2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731122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429032" y="5307537"/>
            <a:ext cx="3677861" cy="42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238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One on one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814420" y="5307537"/>
            <a:ext cx="3677861" cy="42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238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 page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79542" y="7025926"/>
            <a:ext cx="3677861" cy="42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238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Create-and-share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7647365" y="8552154"/>
            <a:ext cx="3142215" cy="1131073"/>
            <a:chOff x="0" y="0"/>
            <a:chExt cx="971616" cy="34974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71616" cy="349743"/>
            </a:xfrm>
            <a:custGeom>
              <a:avLst/>
              <a:gdLst/>
              <a:ahLst/>
              <a:cxnLst/>
              <a:rect l="l" t="t" r="r" b="b"/>
              <a:pathLst>
                <a:path w="971616" h="349743">
                  <a:moveTo>
                    <a:pt x="125656" y="0"/>
                  </a:moveTo>
                  <a:lnTo>
                    <a:pt x="845960" y="0"/>
                  </a:lnTo>
                  <a:cubicBezTo>
                    <a:pt x="879286" y="0"/>
                    <a:pt x="911247" y="13239"/>
                    <a:pt x="934812" y="36804"/>
                  </a:cubicBezTo>
                  <a:cubicBezTo>
                    <a:pt x="958377" y="60369"/>
                    <a:pt x="971616" y="92330"/>
                    <a:pt x="971616" y="125656"/>
                  </a:cubicBezTo>
                  <a:lnTo>
                    <a:pt x="971616" y="224087"/>
                  </a:lnTo>
                  <a:cubicBezTo>
                    <a:pt x="971616" y="257413"/>
                    <a:pt x="958377" y="289374"/>
                    <a:pt x="934812" y="312940"/>
                  </a:cubicBezTo>
                  <a:cubicBezTo>
                    <a:pt x="911247" y="336505"/>
                    <a:pt x="879286" y="349743"/>
                    <a:pt x="845960" y="349743"/>
                  </a:cubicBezTo>
                  <a:lnTo>
                    <a:pt x="125656" y="349743"/>
                  </a:lnTo>
                  <a:cubicBezTo>
                    <a:pt x="92330" y="349743"/>
                    <a:pt x="60369" y="336505"/>
                    <a:pt x="36804" y="312940"/>
                  </a:cubicBezTo>
                  <a:cubicBezTo>
                    <a:pt x="13239" y="289374"/>
                    <a:pt x="0" y="257413"/>
                    <a:pt x="0" y="224087"/>
                  </a:cubicBezTo>
                  <a:lnTo>
                    <a:pt x="0" y="125656"/>
                  </a:lnTo>
                  <a:cubicBezTo>
                    <a:pt x="0" y="92330"/>
                    <a:pt x="13239" y="60369"/>
                    <a:pt x="36804" y="36804"/>
                  </a:cubicBezTo>
                  <a:cubicBezTo>
                    <a:pt x="60369" y="13239"/>
                    <a:pt x="92330" y="0"/>
                    <a:pt x="125656" y="0"/>
                  </a:cubicBezTo>
                  <a:close/>
                </a:path>
              </a:pathLst>
            </a:custGeom>
            <a:solidFill>
              <a:srgbClr val="FCCA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971616" cy="406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379542" y="8870368"/>
            <a:ext cx="3677861" cy="42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238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45" name="AutoShape 45"/>
          <p:cNvSpPr/>
          <p:nvPr/>
        </p:nvSpPr>
        <p:spPr>
          <a:xfrm flipV="1">
            <a:off x="4344319" y="2139700"/>
            <a:ext cx="3725959" cy="90297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" name="AutoShape 46"/>
          <p:cNvSpPr/>
          <p:nvPr/>
        </p:nvSpPr>
        <p:spPr>
          <a:xfrm>
            <a:off x="9135419" y="2756619"/>
            <a:ext cx="0" cy="28606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AutoShape 47"/>
          <p:cNvSpPr/>
          <p:nvPr/>
        </p:nvSpPr>
        <p:spPr>
          <a:xfrm flipH="1" flipV="1">
            <a:off x="10160783" y="2139700"/>
            <a:ext cx="4111445" cy="90297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AutoShape 48"/>
          <p:cNvSpPr/>
          <p:nvPr/>
        </p:nvSpPr>
        <p:spPr>
          <a:xfrm flipV="1">
            <a:off x="3866246" y="3608216"/>
            <a:ext cx="4204031" cy="14122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9" name="AutoShape 49"/>
          <p:cNvSpPr/>
          <p:nvPr/>
        </p:nvSpPr>
        <p:spPr>
          <a:xfrm flipV="1">
            <a:off x="7587429" y="4173753"/>
            <a:ext cx="1547991" cy="8466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0" name="AutoShape 50"/>
          <p:cNvSpPr/>
          <p:nvPr/>
        </p:nvSpPr>
        <p:spPr>
          <a:xfrm>
            <a:off x="9429032" y="4173753"/>
            <a:ext cx="1838930" cy="8155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" name="AutoShape 51"/>
          <p:cNvSpPr/>
          <p:nvPr/>
        </p:nvSpPr>
        <p:spPr>
          <a:xfrm>
            <a:off x="10200561" y="3608216"/>
            <a:ext cx="4452789" cy="13811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AutoShape 52"/>
          <p:cNvSpPr/>
          <p:nvPr/>
        </p:nvSpPr>
        <p:spPr>
          <a:xfrm flipH="1" flipV="1">
            <a:off x="3866246" y="6151496"/>
            <a:ext cx="3781118" cy="11577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AutoShape 53"/>
          <p:cNvSpPr/>
          <p:nvPr/>
        </p:nvSpPr>
        <p:spPr>
          <a:xfrm flipH="1" flipV="1">
            <a:off x="7510544" y="6151496"/>
            <a:ext cx="1259113" cy="5922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4" name="AutoShape 54"/>
          <p:cNvSpPr/>
          <p:nvPr/>
        </p:nvSpPr>
        <p:spPr>
          <a:xfrm flipV="1">
            <a:off x="10085735" y="6120396"/>
            <a:ext cx="1182228" cy="6233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" name="AutoShape 55"/>
          <p:cNvSpPr/>
          <p:nvPr/>
        </p:nvSpPr>
        <p:spPr>
          <a:xfrm flipH="1">
            <a:off x="10789580" y="6120396"/>
            <a:ext cx="3863770" cy="1188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" name="AutoShape 56"/>
          <p:cNvSpPr/>
          <p:nvPr/>
        </p:nvSpPr>
        <p:spPr>
          <a:xfrm>
            <a:off x="9218473" y="7874816"/>
            <a:ext cx="0" cy="67733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 57"/>
          <p:cNvSpPr txBox="1"/>
          <p:nvPr/>
        </p:nvSpPr>
        <p:spPr>
          <a:xfrm>
            <a:off x="1260296" y="263463"/>
            <a:ext cx="16009509" cy="107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7500" b="1" spc="-75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Sitemap</a:t>
            </a:r>
          </a:p>
        </p:txBody>
      </p:sp>
      <p:pic>
        <p:nvPicPr>
          <p:cNvPr id="59" name="Picture 58" descr="A diagram of a website&#10;&#10;AI-generated content may be incorrect.">
            <a:extLst>
              <a:ext uri="{FF2B5EF4-FFF2-40B4-BE49-F238E27FC236}">
                <a16:creationId xmlns:a16="http://schemas.microsoft.com/office/drawing/2014/main" id="{BBA3EFE4-4B4C-FF8D-B409-EC5FBB14E3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88677" y="332747"/>
            <a:ext cx="1779488" cy="889744"/>
            <a:chOff x="0" y="0"/>
            <a:chExt cx="8128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BC5FF"/>
            </a:solidFill>
            <a:ln w="28575" cap="sq">
              <a:solidFill>
                <a:srgbClr val="975AB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START</a:t>
              </a:r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8878421" y="1224164"/>
            <a:ext cx="18976" cy="8118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668111" y="2036495"/>
            <a:ext cx="2402956" cy="1459691"/>
            <a:chOff x="0" y="0"/>
            <a:chExt cx="1074169" cy="6525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Already a 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member ?</a:t>
              </a:r>
            </a:p>
          </p:txBody>
        </p:sp>
      </p:grpSp>
      <p:sp>
        <p:nvSpPr>
          <p:cNvPr id="9" name="AutoShape 9"/>
          <p:cNvSpPr/>
          <p:nvPr/>
        </p:nvSpPr>
        <p:spPr>
          <a:xfrm flipH="1">
            <a:off x="6319407" y="2766340"/>
            <a:ext cx="13487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9660687" y="2710379"/>
            <a:ext cx="1759084" cy="5596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3916451" y="2036495"/>
            <a:ext cx="2402956" cy="1459691"/>
            <a:chOff x="0" y="0"/>
            <a:chExt cx="1074169" cy="6525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Up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19771" y="2036495"/>
            <a:ext cx="2402956" cy="1459691"/>
            <a:chOff x="0" y="0"/>
            <a:chExt cx="1074169" cy="6525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Enter email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&amp; password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5102396" y="3497581"/>
            <a:ext cx="570" cy="54420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3900918" y="4041802"/>
            <a:ext cx="2402956" cy="1459691"/>
            <a:chOff x="0" y="0"/>
            <a:chExt cx="1074169" cy="65251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 in via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Google ?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flipH="1">
            <a:off x="5098309" y="5501513"/>
            <a:ext cx="570" cy="54420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4023598" y="6045735"/>
            <a:ext cx="2149421" cy="1168379"/>
            <a:chOff x="0" y="0"/>
            <a:chExt cx="566103" cy="30772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6103" cy="307721"/>
            </a:xfrm>
            <a:custGeom>
              <a:avLst/>
              <a:gdLst/>
              <a:ahLst/>
              <a:cxnLst/>
              <a:rect l="l" t="t" r="r" b="b"/>
              <a:pathLst>
                <a:path w="566103" h="307721">
                  <a:moveTo>
                    <a:pt x="0" y="0"/>
                  </a:moveTo>
                  <a:lnTo>
                    <a:pt x="566103" y="0"/>
                  </a:lnTo>
                  <a:lnTo>
                    <a:pt x="566103" y="307721"/>
                  </a:lnTo>
                  <a:lnTo>
                    <a:pt x="0" y="307721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566103" cy="336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Google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authentication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 flipH="1">
            <a:off x="3167522" y="4771648"/>
            <a:ext cx="73339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388034" y="4253756"/>
            <a:ext cx="1779488" cy="889744"/>
            <a:chOff x="0" y="0"/>
            <a:chExt cx="812800" cy="406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BC5FF"/>
            </a:solidFill>
            <a:ln w="28575" cap="sq">
              <a:solidFill>
                <a:srgbClr val="975AB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EXIT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 flipH="1">
            <a:off x="2567747" y="2747290"/>
            <a:ext cx="13487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 flipH="1">
            <a:off x="12640299" y="3496206"/>
            <a:ext cx="570" cy="54420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1419771" y="4040408"/>
            <a:ext cx="2402956" cy="1459691"/>
            <a:chOff x="0" y="0"/>
            <a:chExt cx="1074169" cy="65251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Valid user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credentials ?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3710804" y="4734341"/>
            <a:ext cx="1460626" cy="37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5171431" y="4337563"/>
            <a:ext cx="2087869" cy="1101512"/>
            <a:chOff x="0" y="0"/>
            <a:chExt cx="549891" cy="29011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Login failed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58480" y="7214114"/>
            <a:ext cx="2149421" cy="1168379"/>
            <a:chOff x="0" y="0"/>
            <a:chExt cx="566103" cy="30772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66103" cy="307721"/>
            </a:xfrm>
            <a:custGeom>
              <a:avLst/>
              <a:gdLst/>
              <a:ahLst/>
              <a:cxnLst/>
              <a:rect l="l" t="t" r="r" b="b"/>
              <a:pathLst>
                <a:path w="566103" h="307721">
                  <a:moveTo>
                    <a:pt x="0" y="0"/>
                  </a:moveTo>
                  <a:lnTo>
                    <a:pt x="566103" y="0"/>
                  </a:lnTo>
                  <a:lnTo>
                    <a:pt x="566103" y="307721"/>
                  </a:lnTo>
                  <a:lnTo>
                    <a:pt x="0" y="307721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566103" cy="336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User logged in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successfully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>
            <a:off x="5098879" y="7214114"/>
            <a:ext cx="2359601" cy="58418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 flipH="1">
            <a:off x="9607901" y="5500099"/>
            <a:ext cx="3013348" cy="22982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3" name="Group 43"/>
          <p:cNvGrpSpPr/>
          <p:nvPr/>
        </p:nvGrpSpPr>
        <p:grpSpPr>
          <a:xfrm>
            <a:off x="631246" y="2254163"/>
            <a:ext cx="1936500" cy="986254"/>
            <a:chOff x="0" y="0"/>
            <a:chExt cx="510025" cy="25975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10025" cy="259754"/>
            </a:xfrm>
            <a:custGeom>
              <a:avLst/>
              <a:gdLst/>
              <a:ahLst/>
              <a:cxnLst/>
              <a:rect l="l" t="t" r="r" b="b"/>
              <a:pathLst>
                <a:path w="510025" h="259754">
                  <a:moveTo>
                    <a:pt x="0" y="0"/>
                  </a:moveTo>
                  <a:lnTo>
                    <a:pt x="510025" y="0"/>
                  </a:lnTo>
                  <a:lnTo>
                    <a:pt x="510025" y="259754"/>
                  </a:lnTo>
                  <a:lnTo>
                    <a:pt x="0" y="259754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510025" cy="288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Fill registration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form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>
            <a:off x="833245" y="2364331"/>
            <a:ext cx="5339774" cy="5433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AutoShape 47"/>
          <p:cNvSpPr/>
          <p:nvPr/>
        </p:nvSpPr>
        <p:spPr>
          <a:xfrm flipH="1">
            <a:off x="9768165" y="777619"/>
            <a:ext cx="8955024" cy="19050"/>
          </a:xfrm>
          <a:prstGeom prst="line">
            <a:avLst/>
          </a:prstGeom>
          <a:ln w="38100" cap="flat">
            <a:solidFill>
              <a:srgbClr val="FF914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6735577" y="2549170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90167" y="2549170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990512" y="2549170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238897" y="4572133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76038" y="4573528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117929" y="5665029"/>
            <a:ext cx="36919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098309" y="3662707"/>
            <a:ext cx="34466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30086" y="218447"/>
            <a:ext cx="4475321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Login or sign-up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12325801" y="9443544"/>
            <a:ext cx="6397388" cy="1022566"/>
            <a:chOff x="0" y="0"/>
            <a:chExt cx="1684909" cy="26931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684909" cy="269318"/>
            </a:xfrm>
            <a:custGeom>
              <a:avLst/>
              <a:gdLst/>
              <a:ahLst/>
              <a:cxnLst/>
              <a:rect l="l" t="t" r="r" b="b"/>
              <a:pathLst>
                <a:path w="1684909" h="269318">
                  <a:moveTo>
                    <a:pt x="0" y="0"/>
                  </a:moveTo>
                  <a:lnTo>
                    <a:pt x="1684909" y="0"/>
                  </a:lnTo>
                  <a:lnTo>
                    <a:pt x="1684909" y="269318"/>
                  </a:lnTo>
                  <a:lnTo>
                    <a:pt x="0" y="269318"/>
                  </a:lnTo>
                  <a:close/>
                </a:path>
              </a:pathLst>
            </a:custGeom>
            <a:solidFill>
              <a:srgbClr val="FBC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1684909" cy="326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9" name="Freeform 59"/>
          <p:cNvSpPr/>
          <p:nvPr/>
        </p:nvSpPr>
        <p:spPr>
          <a:xfrm>
            <a:off x="11056252" y="8522203"/>
            <a:ext cx="3129993" cy="2865247"/>
          </a:xfrm>
          <a:custGeom>
            <a:avLst/>
            <a:gdLst/>
            <a:ahLst/>
            <a:cxnLst/>
            <a:rect l="l" t="t" r="r" b="b"/>
            <a:pathLst>
              <a:path w="3129993" h="2865247">
                <a:moveTo>
                  <a:pt x="0" y="0"/>
                </a:moveTo>
                <a:lnTo>
                  <a:pt x="3129993" y="0"/>
                </a:lnTo>
                <a:lnTo>
                  <a:pt x="3129993" y="2865247"/>
                </a:lnTo>
                <a:lnTo>
                  <a:pt x="0" y="2865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1" name="Picture 60" descr="A diagram of a company&#10;&#10;AI-generated content may be incorrect.">
            <a:extLst>
              <a:ext uri="{FF2B5EF4-FFF2-40B4-BE49-F238E27FC236}">
                <a16:creationId xmlns:a16="http://schemas.microsoft.com/office/drawing/2014/main" id="{E2A20EAA-E377-A879-F3C4-4D9F7B527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683809"/>
            <a:ext cx="2402956" cy="1459691"/>
            <a:chOff x="0" y="0"/>
            <a:chExt cx="1074169" cy="6525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Already a member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28942" y="345876"/>
            <a:ext cx="1779488" cy="889744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BC5FF"/>
            </a:solidFill>
            <a:ln w="28575" cap="sq">
              <a:solidFill>
                <a:srgbClr val="975AB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START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17208" y="1515028"/>
            <a:ext cx="2402956" cy="1459691"/>
            <a:chOff x="0" y="0"/>
            <a:chExt cx="1074169" cy="6525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Create form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17208" y="3250945"/>
            <a:ext cx="2402956" cy="1459691"/>
            <a:chOff x="0" y="0"/>
            <a:chExt cx="1074169" cy="6525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Group-poll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17208" y="4986861"/>
            <a:ext cx="2402956" cy="1459691"/>
            <a:chOff x="0" y="0"/>
            <a:chExt cx="1074169" cy="6525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Sign-Up sheet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17208" y="6722777"/>
            <a:ext cx="2402956" cy="1459691"/>
            <a:chOff x="0" y="0"/>
            <a:chExt cx="1074169" cy="6525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One-on-one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83440" y="8365328"/>
            <a:ext cx="3106397" cy="2207915"/>
            <a:chOff x="0" y="0"/>
            <a:chExt cx="818146" cy="5815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8146" cy="581508"/>
            </a:xfrm>
            <a:custGeom>
              <a:avLst/>
              <a:gdLst/>
              <a:ahLst/>
              <a:cxnLst/>
              <a:rect l="l" t="t" r="r" b="b"/>
              <a:pathLst>
                <a:path w="818146" h="581508">
                  <a:moveTo>
                    <a:pt x="0" y="0"/>
                  </a:moveTo>
                  <a:lnTo>
                    <a:pt x="818146" y="0"/>
                  </a:lnTo>
                  <a:lnTo>
                    <a:pt x="818146" y="581508"/>
                  </a:lnTo>
                  <a:lnTo>
                    <a:pt x="0" y="581508"/>
                  </a:lnTo>
                  <a:close/>
                </a:path>
              </a:pathLst>
            </a:custGeom>
            <a:solidFill>
              <a:srgbClr val="BCB2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18146" cy="638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17208" y="8458693"/>
            <a:ext cx="2402956" cy="1459691"/>
            <a:chOff x="0" y="0"/>
            <a:chExt cx="1074169" cy="6525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Booking-page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17512" y="3430034"/>
            <a:ext cx="2087869" cy="1101512"/>
            <a:chOff x="0" y="0"/>
            <a:chExt cx="549891" cy="29011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Fill in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form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17512" y="5165950"/>
            <a:ext cx="2087869" cy="1101512"/>
            <a:chOff x="0" y="0"/>
            <a:chExt cx="549891" cy="29011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Fill in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form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17512" y="6905637"/>
            <a:ext cx="2087869" cy="1101512"/>
            <a:chOff x="0" y="0"/>
            <a:chExt cx="549891" cy="29011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Fill in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form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17512" y="8645324"/>
            <a:ext cx="2087869" cy="1101512"/>
            <a:chOff x="0" y="0"/>
            <a:chExt cx="549891" cy="29011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Fill in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form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440302" y="4986861"/>
            <a:ext cx="2402956" cy="1459691"/>
            <a:chOff x="0" y="0"/>
            <a:chExt cx="1074169" cy="65251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delete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440302" y="6905637"/>
            <a:ext cx="2402956" cy="1459691"/>
            <a:chOff x="0" y="0"/>
            <a:chExt cx="1074169" cy="65251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Is form creator  ?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616895" y="8816872"/>
            <a:ext cx="2087869" cy="1101512"/>
            <a:chOff x="0" y="0"/>
            <a:chExt cx="549891" cy="29011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Delete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form successfully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597845" y="1553128"/>
            <a:ext cx="2087869" cy="1101512"/>
            <a:chOff x="0" y="0"/>
            <a:chExt cx="549891" cy="29011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Create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form successfully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837415" y="3430034"/>
            <a:ext cx="2087869" cy="1101512"/>
            <a:chOff x="0" y="0"/>
            <a:chExt cx="549891" cy="29011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Nothing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happen</a:t>
              </a:r>
            </a:p>
          </p:txBody>
        </p:sp>
      </p:grpSp>
      <p:sp>
        <p:nvSpPr>
          <p:cNvPr id="53" name="AutoShape 53"/>
          <p:cNvSpPr/>
          <p:nvPr/>
        </p:nvSpPr>
        <p:spPr>
          <a:xfrm flipH="1">
            <a:off x="425232" y="-104226"/>
            <a:ext cx="1" cy="4635772"/>
          </a:xfrm>
          <a:prstGeom prst="line">
            <a:avLst/>
          </a:prstGeom>
          <a:ln w="38100" cap="flat">
            <a:solidFill>
              <a:srgbClr val="FF914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" name="AutoShape 54"/>
          <p:cNvSpPr/>
          <p:nvPr/>
        </p:nvSpPr>
        <p:spPr>
          <a:xfrm flipH="1">
            <a:off x="5618686" y="1235620"/>
            <a:ext cx="0" cy="279408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" name="AutoShape 55"/>
          <p:cNvSpPr/>
          <p:nvPr/>
        </p:nvSpPr>
        <p:spPr>
          <a:xfrm flipH="1">
            <a:off x="2230178" y="2975931"/>
            <a:ext cx="3400114" cy="707878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" name="AutoShape 56"/>
          <p:cNvSpPr/>
          <p:nvPr/>
        </p:nvSpPr>
        <p:spPr>
          <a:xfrm flipV="1">
            <a:off x="3431656" y="3980790"/>
            <a:ext cx="985552" cy="432864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" name="AutoShape 57"/>
          <p:cNvSpPr/>
          <p:nvPr/>
        </p:nvSpPr>
        <p:spPr>
          <a:xfrm>
            <a:off x="5618686" y="4710636"/>
            <a:ext cx="0" cy="276225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" name="AutoShape 58"/>
          <p:cNvSpPr/>
          <p:nvPr/>
        </p:nvSpPr>
        <p:spPr>
          <a:xfrm flipH="1">
            <a:off x="5618686" y="6444186"/>
            <a:ext cx="0" cy="278591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" name="AutoShape 59"/>
          <p:cNvSpPr/>
          <p:nvPr/>
        </p:nvSpPr>
        <p:spPr>
          <a:xfrm>
            <a:off x="5618686" y="8180102"/>
            <a:ext cx="0" cy="278591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" name="AutoShape 60"/>
          <p:cNvSpPr/>
          <p:nvPr/>
        </p:nvSpPr>
        <p:spPr>
          <a:xfrm>
            <a:off x="6820164" y="3980790"/>
            <a:ext cx="797348" cy="0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" name="AutoShape 61"/>
          <p:cNvSpPr/>
          <p:nvPr/>
        </p:nvSpPr>
        <p:spPr>
          <a:xfrm>
            <a:off x="6820164" y="5716706"/>
            <a:ext cx="797348" cy="0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2" name="AutoShape 62"/>
          <p:cNvSpPr/>
          <p:nvPr/>
        </p:nvSpPr>
        <p:spPr>
          <a:xfrm>
            <a:off x="6820164" y="7452622"/>
            <a:ext cx="797348" cy="3771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3" name="AutoShape 63"/>
          <p:cNvSpPr/>
          <p:nvPr/>
        </p:nvSpPr>
        <p:spPr>
          <a:xfrm>
            <a:off x="6820164" y="9188539"/>
            <a:ext cx="797348" cy="7541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4" name="AutoShape 64"/>
          <p:cNvSpPr/>
          <p:nvPr/>
        </p:nvSpPr>
        <p:spPr>
          <a:xfrm flipV="1">
            <a:off x="9705381" y="2103884"/>
            <a:ext cx="1892464" cy="7173466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" name="AutoShape 65"/>
          <p:cNvSpPr/>
          <p:nvPr/>
        </p:nvSpPr>
        <p:spPr>
          <a:xfrm>
            <a:off x="9705381" y="3980790"/>
            <a:ext cx="1206101" cy="0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6" name="AutoShape 66"/>
          <p:cNvSpPr/>
          <p:nvPr/>
        </p:nvSpPr>
        <p:spPr>
          <a:xfrm>
            <a:off x="9705381" y="5716706"/>
            <a:ext cx="1206101" cy="0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7" name="AutoShape 67"/>
          <p:cNvSpPr/>
          <p:nvPr/>
        </p:nvSpPr>
        <p:spPr>
          <a:xfrm flipV="1">
            <a:off x="9705381" y="7452622"/>
            <a:ext cx="1206101" cy="3771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8" name="AutoShape 68"/>
          <p:cNvSpPr/>
          <p:nvPr/>
        </p:nvSpPr>
        <p:spPr>
          <a:xfrm>
            <a:off x="6820164" y="2244874"/>
            <a:ext cx="9061186" cy="1185160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9" name="AutoShape 69"/>
          <p:cNvSpPr/>
          <p:nvPr/>
        </p:nvSpPr>
        <p:spPr>
          <a:xfrm>
            <a:off x="12641780" y="2654640"/>
            <a:ext cx="0" cy="2332221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" name="AutoShape 70"/>
          <p:cNvSpPr/>
          <p:nvPr/>
        </p:nvSpPr>
        <p:spPr>
          <a:xfrm>
            <a:off x="12641780" y="6446552"/>
            <a:ext cx="0" cy="459085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" name="AutoShape 71"/>
          <p:cNvSpPr/>
          <p:nvPr/>
        </p:nvSpPr>
        <p:spPr>
          <a:xfrm>
            <a:off x="12660830" y="8362962"/>
            <a:ext cx="0" cy="453910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72" name="AutoShape 72"/>
          <p:cNvSpPr/>
          <p:nvPr/>
        </p:nvSpPr>
        <p:spPr>
          <a:xfrm flipV="1">
            <a:off x="13843258" y="4531546"/>
            <a:ext cx="2038092" cy="3103937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73" name="AutoShape 73"/>
          <p:cNvSpPr/>
          <p:nvPr/>
        </p:nvSpPr>
        <p:spPr>
          <a:xfrm>
            <a:off x="13843258" y="5716706"/>
            <a:ext cx="2038092" cy="0"/>
          </a:xfrm>
          <a:prstGeom prst="line">
            <a:avLst/>
          </a:prstGeom>
          <a:ln w="38100" cap="flat">
            <a:solidFill>
              <a:srgbClr val="1D1D1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" name="AutoShape 74"/>
          <p:cNvSpPr/>
          <p:nvPr/>
        </p:nvSpPr>
        <p:spPr>
          <a:xfrm>
            <a:off x="6508430" y="771698"/>
            <a:ext cx="12545060" cy="19050"/>
          </a:xfrm>
          <a:prstGeom prst="line">
            <a:avLst/>
          </a:prstGeom>
          <a:ln w="38100" cap="flat">
            <a:solidFill>
              <a:srgbClr val="BCB2F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 75"/>
          <p:cNvSpPr txBox="1"/>
          <p:nvPr/>
        </p:nvSpPr>
        <p:spPr>
          <a:xfrm>
            <a:off x="-2334738" y="-15321"/>
            <a:ext cx="9705381" cy="121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&amp; Delete</a:t>
            </a:r>
          </a:p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session/schedule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854279" y="3782670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854279" y="5518586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54279" y="7250231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854279" y="8981876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618686" y="4691586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618686" y="6425136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618686" y="8158686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713814" y="3321449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25258" y="2546055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858191" y="830580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579233" y="5429051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2641780" y="6514671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2641780" y="8432003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4643358" y="7339766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431656" y="4512496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91" name="Freeform 91"/>
          <p:cNvSpPr/>
          <p:nvPr/>
        </p:nvSpPr>
        <p:spPr>
          <a:xfrm>
            <a:off x="0" y="9000926"/>
            <a:ext cx="3129993" cy="2865247"/>
          </a:xfrm>
          <a:custGeom>
            <a:avLst/>
            <a:gdLst/>
            <a:ahLst/>
            <a:cxnLst/>
            <a:rect l="l" t="t" r="r" b="b"/>
            <a:pathLst>
              <a:path w="3129993" h="2865247">
                <a:moveTo>
                  <a:pt x="0" y="0"/>
                </a:moveTo>
                <a:lnTo>
                  <a:pt x="3129993" y="0"/>
                </a:lnTo>
                <a:lnTo>
                  <a:pt x="3129993" y="2865248"/>
                </a:lnTo>
                <a:lnTo>
                  <a:pt x="0" y="2865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3" name="Picture 92" descr="A diagram of a flowchart&#10;&#10;AI-generated content may be incorrect.">
            <a:extLst>
              <a:ext uri="{FF2B5EF4-FFF2-40B4-BE49-F238E27FC236}">
                <a16:creationId xmlns:a16="http://schemas.microsoft.com/office/drawing/2014/main" id="{4DE42DE4-BD26-2285-EBF4-3CB4245D82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3716" y="391"/>
            <a:ext cx="574984" cy="4014908"/>
          </a:xfrm>
          <a:prstGeom prst="line">
            <a:avLst/>
          </a:prstGeom>
          <a:ln w="38100" cap="flat">
            <a:solidFill>
              <a:srgbClr val="BCB2F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3464543"/>
            <a:ext cx="2087869" cy="1101512"/>
            <a:chOff x="0" y="0"/>
            <a:chExt cx="549891" cy="2901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Redirect to 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thankyou for participating page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6033010"/>
            <a:ext cx="2087869" cy="1101512"/>
            <a:chOff x="0" y="0"/>
            <a:chExt cx="549891" cy="2901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Mail sent to 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user email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64512" y="318243"/>
            <a:ext cx="1779488" cy="889744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BC5FF"/>
            </a:solidFill>
            <a:ln w="28575" cap="sq">
              <a:solidFill>
                <a:srgbClr val="975AB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START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10322" y="1884123"/>
            <a:ext cx="2087869" cy="1101512"/>
            <a:chOff x="0" y="0"/>
            <a:chExt cx="549891" cy="2901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Enter the 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form page private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link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52778" y="3661910"/>
            <a:ext cx="2402956" cy="1459691"/>
            <a:chOff x="0" y="0"/>
            <a:chExt cx="1074169" cy="6525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Correct link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738344" y="3840999"/>
            <a:ext cx="2087869" cy="1101512"/>
            <a:chOff x="0" y="0"/>
            <a:chExt cx="549891" cy="2901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Access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denied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64909" y="6033010"/>
            <a:ext cx="2087869" cy="1101512"/>
            <a:chOff x="0" y="0"/>
            <a:chExt cx="549891" cy="2901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Redirect to voting/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booking page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95303" y="6033010"/>
            <a:ext cx="2087869" cy="1101512"/>
            <a:chOff x="0" y="0"/>
            <a:chExt cx="549891" cy="29011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Select vote/booking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26122" y="6033010"/>
            <a:ext cx="2087869" cy="1101512"/>
            <a:chOff x="0" y="0"/>
            <a:chExt cx="549891" cy="2901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Fill in name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&amp;email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964909" y="8156788"/>
            <a:ext cx="2087869" cy="1101512"/>
            <a:chOff x="0" y="0"/>
            <a:chExt cx="549891" cy="29011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Voting/booking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successfully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44000" y="7977699"/>
            <a:ext cx="2402956" cy="1459691"/>
            <a:chOff x="0" y="0"/>
            <a:chExt cx="1074169" cy="6525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74169" cy="652511"/>
            </a:xfrm>
            <a:custGeom>
              <a:avLst/>
              <a:gdLst/>
              <a:ahLst/>
              <a:cxnLst/>
              <a:rect l="l" t="t" r="r" b="b"/>
              <a:pathLst>
                <a:path w="1074169" h="652511">
                  <a:moveTo>
                    <a:pt x="537084" y="0"/>
                  </a:moveTo>
                  <a:lnTo>
                    <a:pt x="1074169" y="326255"/>
                  </a:lnTo>
                  <a:lnTo>
                    <a:pt x="537084" y="652511"/>
                  </a:lnTo>
                  <a:lnTo>
                    <a:pt x="0" y="326255"/>
                  </a:lnTo>
                  <a:lnTo>
                    <a:pt x="537084" y="0"/>
                  </a:lnTo>
                  <a:close/>
                </a:path>
              </a:pathLst>
            </a:custGeom>
            <a:solidFill>
              <a:srgbClr val="FCCAE0"/>
            </a:solidFill>
            <a:ln w="28575" cap="sq">
              <a:solidFill>
                <a:srgbClr val="FF7E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4623" y="83575"/>
              <a:ext cx="704923" cy="456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slot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available ?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738954" y="3840999"/>
            <a:ext cx="2087869" cy="1101512"/>
            <a:chOff x="0" y="0"/>
            <a:chExt cx="549891" cy="29011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49891" cy="290110"/>
            </a:xfrm>
            <a:custGeom>
              <a:avLst/>
              <a:gdLst/>
              <a:ahLst/>
              <a:cxnLst/>
              <a:rect l="l" t="t" r="r" b="b"/>
              <a:pathLst>
                <a:path w="549891" h="290110">
                  <a:moveTo>
                    <a:pt x="0" y="0"/>
                  </a:moveTo>
                  <a:lnTo>
                    <a:pt x="549891" y="0"/>
                  </a:lnTo>
                  <a:lnTo>
                    <a:pt x="549891" y="290110"/>
                  </a:lnTo>
                  <a:lnTo>
                    <a:pt x="0" y="290110"/>
                  </a:lnTo>
                  <a:close/>
                </a:path>
              </a:pathLst>
            </a:custGeom>
            <a:solidFill>
              <a:srgbClr val="C9E4FF"/>
            </a:solidFill>
            <a:ln w="28575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549891" cy="31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Voting/booking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failed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 flipH="1">
            <a:off x="8254256" y="1207987"/>
            <a:ext cx="0" cy="6761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>
            <a:off x="8254256" y="2985635"/>
            <a:ext cx="0" cy="6762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 flipH="1">
            <a:off x="6008844" y="4391755"/>
            <a:ext cx="1043935" cy="164125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 flipV="1">
            <a:off x="11546956" y="4942511"/>
            <a:ext cx="4235933" cy="37650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" name="AutoShape 43"/>
          <p:cNvSpPr/>
          <p:nvPr/>
        </p:nvSpPr>
        <p:spPr>
          <a:xfrm flipH="1">
            <a:off x="7052778" y="8707544"/>
            <a:ext cx="20912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" name="AutoShape 44"/>
          <p:cNvSpPr/>
          <p:nvPr/>
        </p:nvSpPr>
        <p:spPr>
          <a:xfrm flipH="1" flipV="1">
            <a:off x="2072635" y="7134522"/>
            <a:ext cx="2892275" cy="15730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" name="AutoShape 45"/>
          <p:cNvSpPr/>
          <p:nvPr/>
        </p:nvSpPr>
        <p:spPr>
          <a:xfrm flipV="1">
            <a:off x="2072635" y="4566054"/>
            <a:ext cx="0" cy="146695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" name="AutoShape 46"/>
          <p:cNvSpPr/>
          <p:nvPr/>
        </p:nvSpPr>
        <p:spPr>
          <a:xfrm>
            <a:off x="9455734" y="4391755"/>
            <a:ext cx="12826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" name="AutoShape 47"/>
          <p:cNvSpPr/>
          <p:nvPr/>
        </p:nvSpPr>
        <p:spPr>
          <a:xfrm>
            <a:off x="7052778" y="6583766"/>
            <a:ext cx="74252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" name="AutoShape 48"/>
          <p:cNvSpPr/>
          <p:nvPr/>
        </p:nvSpPr>
        <p:spPr>
          <a:xfrm>
            <a:off x="9883172" y="6583766"/>
            <a:ext cx="74295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9" name="AutoShape 49"/>
          <p:cNvSpPr/>
          <p:nvPr/>
        </p:nvSpPr>
        <p:spPr>
          <a:xfrm flipH="1">
            <a:off x="10345478" y="7134522"/>
            <a:ext cx="1417751" cy="84317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6255568" y="4144665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838857" y="4144665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795303" y="8448846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Yes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435380" y="8448846"/>
            <a:ext cx="51636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14572" y="142223"/>
            <a:ext cx="5799177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Form voting/booking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-666725" y="8726594"/>
            <a:ext cx="1934915" cy="1560406"/>
            <a:chOff x="0" y="0"/>
            <a:chExt cx="509607" cy="41097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09607" cy="410971"/>
            </a:xfrm>
            <a:custGeom>
              <a:avLst/>
              <a:gdLst/>
              <a:ahLst/>
              <a:cxnLst/>
              <a:rect l="l" t="t" r="r" b="b"/>
              <a:pathLst>
                <a:path w="509607" h="410971">
                  <a:moveTo>
                    <a:pt x="0" y="0"/>
                  </a:moveTo>
                  <a:lnTo>
                    <a:pt x="509607" y="0"/>
                  </a:lnTo>
                  <a:lnTo>
                    <a:pt x="509607" y="410971"/>
                  </a:lnTo>
                  <a:lnTo>
                    <a:pt x="0" y="410971"/>
                  </a:lnTo>
                  <a:close/>
                </a:path>
              </a:pathLst>
            </a:custGeom>
            <a:solidFill>
              <a:srgbClr val="FBC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57150"/>
              <a:ext cx="509607" cy="468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8" name="Freeform 58"/>
          <p:cNvSpPr/>
          <p:nvPr/>
        </p:nvSpPr>
        <p:spPr>
          <a:xfrm>
            <a:off x="-13424" y="9112037"/>
            <a:ext cx="3129993" cy="2865247"/>
          </a:xfrm>
          <a:custGeom>
            <a:avLst/>
            <a:gdLst/>
            <a:ahLst/>
            <a:cxnLst/>
            <a:rect l="l" t="t" r="r" b="b"/>
            <a:pathLst>
              <a:path w="3129993" h="2865247">
                <a:moveTo>
                  <a:pt x="0" y="0"/>
                </a:moveTo>
                <a:lnTo>
                  <a:pt x="3129993" y="0"/>
                </a:lnTo>
                <a:lnTo>
                  <a:pt x="3129993" y="2865248"/>
                </a:lnTo>
                <a:lnTo>
                  <a:pt x="0" y="2865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9" name="Group 59"/>
          <p:cNvGrpSpPr/>
          <p:nvPr/>
        </p:nvGrpSpPr>
        <p:grpSpPr>
          <a:xfrm>
            <a:off x="16826824" y="6134"/>
            <a:ext cx="1461176" cy="2979501"/>
            <a:chOff x="0" y="0"/>
            <a:chExt cx="384837" cy="78472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84837" cy="784725"/>
            </a:xfrm>
            <a:custGeom>
              <a:avLst/>
              <a:gdLst/>
              <a:ahLst/>
              <a:cxnLst/>
              <a:rect l="l" t="t" r="r" b="b"/>
              <a:pathLst>
                <a:path w="384837" h="784725">
                  <a:moveTo>
                    <a:pt x="0" y="0"/>
                  </a:moveTo>
                  <a:lnTo>
                    <a:pt x="384837" y="0"/>
                  </a:lnTo>
                  <a:lnTo>
                    <a:pt x="384837" y="784725"/>
                  </a:lnTo>
                  <a:lnTo>
                    <a:pt x="0" y="784725"/>
                  </a:lnTo>
                  <a:close/>
                </a:path>
              </a:pathLst>
            </a:custGeom>
            <a:solidFill>
              <a:srgbClr val="C9E4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384837" cy="841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>
            <a:off x="16253995" y="892793"/>
            <a:ext cx="2606834" cy="2386339"/>
          </a:xfrm>
          <a:custGeom>
            <a:avLst/>
            <a:gdLst/>
            <a:ahLst/>
            <a:cxnLst/>
            <a:rect l="l" t="t" r="r" b="b"/>
            <a:pathLst>
              <a:path w="2606834" h="2386339">
                <a:moveTo>
                  <a:pt x="0" y="0"/>
                </a:moveTo>
                <a:lnTo>
                  <a:pt x="2606834" y="0"/>
                </a:lnTo>
                <a:lnTo>
                  <a:pt x="2606834" y="2386339"/>
                </a:lnTo>
                <a:lnTo>
                  <a:pt x="0" y="2386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4" name="Picture 63" descr="A diagram of a flowchart&#10;&#10;AI-generated content may be incorrect.">
            <a:extLst>
              <a:ext uri="{FF2B5EF4-FFF2-40B4-BE49-F238E27FC236}">
                <a16:creationId xmlns:a16="http://schemas.microsoft.com/office/drawing/2014/main" id="{FAA5B960-ABF6-6C35-90BD-3CF612CD2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53636" y="0"/>
            <a:ext cx="9334364" cy="11173089"/>
            <a:chOff x="0" y="0"/>
            <a:chExt cx="2458433" cy="2942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8433" cy="2942706"/>
            </a:xfrm>
            <a:custGeom>
              <a:avLst/>
              <a:gdLst/>
              <a:ahLst/>
              <a:cxnLst/>
              <a:rect l="l" t="t" r="r" b="b"/>
              <a:pathLst>
                <a:path w="2458433" h="2942706">
                  <a:moveTo>
                    <a:pt x="0" y="0"/>
                  </a:moveTo>
                  <a:lnTo>
                    <a:pt x="2458433" y="0"/>
                  </a:lnTo>
                  <a:lnTo>
                    <a:pt x="2458433" y="2942706"/>
                  </a:lnTo>
                  <a:lnTo>
                    <a:pt x="0" y="2942706"/>
                  </a:lnTo>
                  <a:close/>
                </a:path>
              </a:pathLst>
            </a:custGeom>
            <a:solidFill>
              <a:srgbClr val="BCB2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458433" cy="2999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879805" y="1810868"/>
            <a:ext cx="12528390" cy="7447432"/>
          </a:xfrm>
          <a:custGeom>
            <a:avLst/>
            <a:gdLst/>
            <a:ahLst/>
            <a:cxnLst/>
            <a:rect l="l" t="t" r="r" b="b"/>
            <a:pathLst>
              <a:path w="12528390" h="7447432">
                <a:moveTo>
                  <a:pt x="0" y="0"/>
                </a:moveTo>
                <a:lnTo>
                  <a:pt x="12528390" y="0"/>
                </a:lnTo>
                <a:lnTo>
                  <a:pt x="12528390" y="7447432"/>
                </a:lnTo>
                <a:lnTo>
                  <a:pt x="0" y="7447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0000" flipH="1">
            <a:off x="459348" y="-1200425"/>
            <a:ext cx="1724867" cy="3535168"/>
          </a:xfrm>
          <a:custGeom>
            <a:avLst/>
            <a:gdLst/>
            <a:ahLst/>
            <a:cxnLst/>
            <a:rect l="l" t="t" r="r" b="b"/>
            <a:pathLst>
              <a:path w="1724867" h="3535168">
                <a:moveTo>
                  <a:pt x="1724868" y="0"/>
                </a:moveTo>
                <a:lnTo>
                  <a:pt x="0" y="0"/>
                </a:lnTo>
                <a:lnTo>
                  <a:pt x="0" y="3535168"/>
                </a:lnTo>
                <a:lnTo>
                  <a:pt x="1724868" y="3535168"/>
                </a:lnTo>
                <a:lnTo>
                  <a:pt x="17248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7109782" y="7421753"/>
            <a:ext cx="3129993" cy="2865247"/>
          </a:xfrm>
          <a:custGeom>
            <a:avLst/>
            <a:gdLst/>
            <a:ahLst/>
            <a:cxnLst/>
            <a:rect l="l" t="t" r="r" b="b"/>
            <a:pathLst>
              <a:path w="3129993" h="2865247">
                <a:moveTo>
                  <a:pt x="0" y="0"/>
                </a:moveTo>
                <a:lnTo>
                  <a:pt x="3129993" y="0"/>
                </a:lnTo>
                <a:lnTo>
                  <a:pt x="3129993" y="2865247"/>
                </a:lnTo>
                <a:lnTo>
                  <a:pt x="0" y="28652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144000" y="83600"/>
            <a:ext cx="7627739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 database schema </a:t>
            </a:r>
          </a:p>
        </p:txBody>
      </p:sp>
      <p:pic>
        <p:nvPicPr>
          <p:cNvPr id="10" name="Picture 9" descr="A diagram of a database&#10;&#10;AI-generated content may be incorrect.">
            <a:extLst>
              <a:ext uri="{FF2B5EF4-FFF2-40B4-BE49-F238E27FC236}">
                <a16:creationId xmlns:a16="http://schemas.microsoft.com/office/drawing/2014/main" id="{1B0F12C8-D306-CCDE-8CE9-47546A93E7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1BF5CE50D4FE48A9F23CCE1FD74FE6" ma:contentTypeVersion="4" ma:contentTypeDescription="Create a new document." ma:contentTypeScope="" ma:versionID="7c37abc77bf7a5315e076514de24a647">
  <xsd:schema xmlns:xsd="http://www.w3.org/2001/XMLSchema" xmlns:xs="http://www.w3.org/2001/XMLSchema" xmlns:p="http://schemas.microsoft.com/office/2006/metadata/properties" xmlns:ns3="924907bd-c240-4783-82db-656ece61af08" targetNamespace="http://schemas.microsoft.com/office/2006/metadata/properties" ma:root="true" ma:fieldsID="cab9d4ff591ce04eb449ae6cbad88aa3" ns3:_="">
    <xsd:import namespace="924907bd-c240-4783-82db-656ece61af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907bd-c240-4783-82db-656ece61af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91F4FFE-083A-4A1C-AE23-0BE73173C1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4907bd-c240-4783-82db-656ece61af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719118-01CF-4D6D-8C96-BA1D928ABA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CD4952-0672-4949-9CF0-C28335DC69F9}">
  <ds:schemaRefs>
    <ds:schemaRef ds:uri="http://purl.org/dc/dcmitype/"/>
    <ds:schemaRef ds:uri="http://schemas.microsoft.com/office/2006/metadata/properties"/>
    <ds:schemaRef ds:uri="924907bd-c240-4783-82db-656ece61af08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183</Words>
  <Application>Microsoft Office PowerPoint</Application>
  <PresentationFormat>Custom</PresentationFormat>
  <Paragraphs>108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Open Sauce Bold</vt:lpstr>
      <vt:lpstr>Arial</vt:lpstr>
      <vt:lpstr>Poppins Bold</vt:lpstr>
      <vt:lpstr>Calibri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Dodle</dc:title>
  <dc:creator>Asus</dc:creator>
  <cp:lastModifiedBy>Siraprapa Krongrat</cp:lastModifiedBy>
  <cp:revision>3</cp:revision>
  <dcterms:created xsi:type="dcterms:W3CDTF">2006-08-16T00:00:00Z</dcterms:created>
  <dcterms:modified xsi:type="dcterms:W3CDTF">2025-03-04T04:22:33Z</dcterms:modified>
  <dc:identifier>DAGgll_LOOk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0x0101006F1BF5CE50D4FE48A9F23CCE1FD74FE6</vt:lpwstr>
  </property>
</Properties>
</file>